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/>
    <p:restoredTop sz="94694"/>
  </p:normalViewPr>
  <p:slideViewPr>
    <p:cSldViewPr snapToGrid="0">
      <p:cViewPr varScale="1">
        <p:scale>
          <a:sx n="103" d="100"/>
          <a:sy n="103" d="100"/>
        </p:scale>
        <p:origin x="11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2B3D-961E-3348-D02C-59A9B1662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99BDC-8E29-7ED1-39A9-0D8EBBF5E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4D7AE-4666-FF55-A226-816C4AA5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BCD6-D422-2D14-311A-E6441E42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70410-7C0C-EBC2-14A6-C66DCD8DA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1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5570-1AC5-D526-E97B-1825380B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13660-2689-C453-5503-EDC42E3B4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49359-284B-DBC8-9FA6-8C86673A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D8565-4630-2771-DD79-3F035B62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B9C7A-9EAA-714D-717F-857F5E69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353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F5A01-7F3D-5516-6CFE-30E58068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EAC26-C460-4F69-909E-3679F5FAD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6370A-985A-AAF9-DD4E-32D8CA66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F642E-F5E1-04D4-98F5-C6C0049E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14DCF-CF65-CE4C-D5FE-F6A4B38C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D749-A647-B8DD-89C1-78CD5606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66AF0-9D5E-1DB8-59A0-A468EADEF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A9FDF1-481C-DABE-BAC6-E47ADE3B9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DABEE-5690-22CB-3AFE-3A710303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67ECA-E4BC-C20F-3486-429B83C15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E7EDF-F2FD-0BA2-AF82-C7F513D7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4322-04D5-79D8-1244-07BE01DA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5B968-945A-DAE4-63DF-BAEED6C0D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06463-6AEC-741B-A9B3-724ED04F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C9976-F27C-4E2E-3E5F-B43ABDFB6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6FE52D-AFFE-C3DE-9B9B-FE77AC9CE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448F6-D93C-C19C-B911-7BA9C225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20A52C-9D2A-60CA-616D-EC18F851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8D906-6C8E-D1A7-3EB7-957B4ECF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113F-1609-51D0-13E4-9E3FE00C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9A955-5E11-39C3-689F-4EA61F1E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848571-8943-8A55-9210-87A69963D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4298E-9BFB-2022-E18B-D575906B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034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5C0CD-ACC3-1711-A50C-BCAC2ED12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706FC-F993-54B4-529A-CCC1F3C7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F4AAF-D2DD-DF38-574E-1BA0278B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9BA3-CF47-A7B0-6A55-9F4B54EC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47542-0EBE-1B7C-B853-8A38D9C3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4CF41-C107-4671-E25B-AE495255B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C1E82-CE3F-75B1-D79C-39620A31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31A58-4242-A914-6938-369D3E113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7B194-E0CE-C9FC-E488-9EC48892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5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6F68-D981-D5AD-FA94-03C57457E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E039F2-926F-E931-7447-E4F95549A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1F59C-EBC0-2316-3913-23F38C2DC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545ABD-E260-7F86-560C-5DD8CA5D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5B66A-F4F0-F63F-DFB6-DA7AE87E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ADAE4C-C0CD-59CF-91EE-6B8D04DE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3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96B65-C8F7-D6DC-95E6-29EF38C0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0DB8B-B8A5-3D75-1F7C-FA84F78A6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234D7-3A0C-B207-0205-0E7BC63AE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5198E-8BBC-178F-8C2C-51707FBF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28FA4-3352-8100-677C-3236156C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DA1C8-5DC4-109B-0B7F-0BFDE5588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A8F8E-E575-D163-C071-70EC282B0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3CFC0-A22D-8E40-F28E-48F8597A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91C73-33B2-1611-2E1D-6AC6797A4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3250-B8FF-249F-1BD2-8C47FF7A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0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EDA09-4280-6ABB-5731-A63713E06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C4301-C108-EED1-C4DE-2B707A805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16350"/>
            <a:ext cx="1051560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23EF-3B7F-BEB5-F5FF-778B3EFBC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EF31F-957A-B04D-9580-84209CC1456D}" type="datetimeFigureOut">
              <a:rPr lang="en-US" smtClean="0"/>
              <a:t>9/15/25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2664E-7466-E78C-3E0B-3DD43AFCA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44FE-C022-FC2F-A429-0BA532EE3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2B311-C7F5-4849-AB4E-7977E73CD62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5A33A-8724-6665-FEAE-C856A5B0A03E}"/>
              </a:ext>
            </a:extLst>
          </p:cNvPr>
          <p:cNvSpPr txBox="1"/>
          <p:nvPr userDrawn="1"/>
        </p:nvSpPr>
        <p:spPr>
          <a:xfrm>
            <a:off x="5237480" y="6444476"/>
            <a:ext cx="611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For UP MSHI Use Only – Not for Public Circulation</a:t>
            </a:r>
          </a:p>
        </p:txBody>
      </p:sp>
    </p:spTree>
    <p:extLst>
      <p:ext uri="{BB962C8B-B14F-4D97-AF65-F5344CB8AC3E}">
        <p14:creationId xmlns:p14="http://schemas.microsoft.com/office/powerpoint/2010/main" val="1009770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1" i="0" kern="1200">
          <a:solidFill>
            <a:schemeClr val="tx2">
              <a:lumMod val="75000"/>
              <a:lumOff val="25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>
              <a:lumMod val="50000"/>
            </a:schemeClr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B6216-42D3-CCBF-3393-DD2A75661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444D2-BB6C-CCF1-FDAE-BFE5FA8D5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85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Roboto Black</vt:lpstr>
      <vt:lpstr>Roboto Light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Mike Muin</cp:lastModifiedBy>
  <cp:revision>15</cp:revision>
  <dcterms:created xsi:type="dcterms:W3CDTF">2025-09-03T20:54:26Z</dcterms:created>
  <dcterms:modified xsi:type="dcterms:W3CDTF">2025-09-15T18:30:02Z</dcterms:modified>
</cp:coreProperties>
</file>