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D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44"/>
    <p:restoredTop sz="94707"/>
  </p:normalViewPr>
  <p:slideViewPr>
    <p:cSldViewPr snapToGrid="0">
      <p:cViewPr varScale="1">
        <p:scale>
          <a:sx n="244" d="100"/>
          <a:sy n="244" d="100"/>
        </p:scale>
        <p:origin x="232" y="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A2B3D-961E-3348-D02C-59A9B1662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D99BDC-8E29-7ED1-39A9-0D8EBBF5E3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4D7AE-4666-FF55-A226-816C4AA55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EF31F-957A-B04D-9580-84209CC1456D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BBCD6-D422-2D14-311A-E6441E423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70410-7C0C-EBC2-14A6-C66DCD8DA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B311-C7F5-4849-AB4E-7977E73C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71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75570-1AC5-D526-E97B-1825380B9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13660-2689-C453-5503-EDC42E3B4A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49359-284B-DBC8-9FA6-8C86673AC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EF31F-957A-B04D-9580-84209CC1456D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2D8565-4630-2771-DD79-3F035B625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B9C7A-9EAA-714D-717F-857F5E695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B311-C7F5-4849-AB4E-7977E73C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353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F5A01-7F3D-5516-6CFE-30E580680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5EAC26-C460-4F69-909E-3679F5FAD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6370A-985A-AAF9-DD4E-32D8CA66A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EF31F-957A-B04D-9580-84209CC1456D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F642E-F5E1-04D4-98F5-C6C0049E9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A14DCF-CF65-CE4C-D5FE-F6A4B38C6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B311-C7F5-4849-AB4E-7977E73C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30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3D749-A647-B8DD-89C1-78CD56069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66AF0-9D5E-1DB8-59A0-A468EADEF4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A9FDF1-481C-DABE-BAC6-E47ADE3B96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BDABEE-5690-22CB-3AFE-3A7103038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EF31F-957A-B04D-9580-84209CC1456D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167ECA-E4BC-C20F-3486-429B83C15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3E7EDF-F2FD-0BA2-AF82-C7F513D75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B311-C7F5-4849-AB4E-7977E73C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999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34322-04D5-79D8-1244-07BE01DA3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B5B968-945A-DAE4-63DF-BAEED6C0DA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B06463-6AEC-741B-A9B3-724ED04FBB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6C9976-F27C-4E2E-3E5F-B43ABDFB6A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6FE52D-AFFE-C3DE-9B9B-FE77AC9CEC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F448F6-D93C-C19C-B911-7BA9C2253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EF31F-957A-B04D-9580-84209CC1456D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20A52C-9D2A-60CA-616D-EC18F8511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78D906-6C8E-D1A7-3EB7-957B4ECF8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B311-C7F5-4849-AB4E-7977E73C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283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E113F-1609-51D0-13E4-9E3FE00C2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39A955-5E11-39C3-689F-4EA61F1E9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EF31F-957A-B04D-9580-84209CC1456D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848571-8943-8A55-9210-87A69963D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84298E-9BFB-2022-E18B-D575906B6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B311-C7F5-4849-AB4E-7977E73C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034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A5C0CD-ACC3-1711-A50C-BCAC2ED12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EF31F-957A-B04D-9580-84209CC1456D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D706FC-F993-54B4-529A-CCC1F3C74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9F4AAF-D2DD-DF38-574E-1BA0278B7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B311-C7F5-4849-AB4E-7977E73C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994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E9BA3-CF47-A7B0-6A55-9F4B54ECE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47542-0EBE-1B7C-B853-8A38D9C35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74CF41-C107-4671-E25B-AE495255B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8C1E82-CE3F-75B1-D79C-39620A316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EF31F-957A-B04D-9580-84209CC1456D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631A58-4242-A914-6938-369D3E113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17B194-E0CE-C9FC-E488-9EC48892D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B311-C7F5-4849-AB4E-7977E73C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058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C6F68-D981-D5AD-FA94-03C57457E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E039F2-926F-E931-7447-E4F95549A3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71F59C-EBC0-2316-3913-23F38C2DCB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545ABD-E260-7F86-560C-5DD8CA5D6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EF31F-957A-B04D-9580-84209CC1456D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E5B66A-F4F0-F63F-DFB6-DA7AE87E4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ADAE4C-C0CD-59CF-91EE-6B8D04DE2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B311-C7F5-4849-AB4E-7977E73C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333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96B65-C8F7-D6DC-95E6-29EF38C0B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40DB8B-B8A5-3D75-1F7C-FA84F78A68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3234D7-3A0C-B207-0205-0E7BC63AE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EF31F-957A-B04D-9580-84209CC1456D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5198E-8BBC-178F-8C2C-51707FBFA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28FA4-3352-8100-677C-3236156C0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B311-C7F5-4849-AB4E-7977E73C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607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CDA1C8-5DC4-109B-0B7F-0BFDE5588D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4A8F8E-E575-D163-C071-70EC282B05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3CFC0-A22D-8E40-F28E-48F8597AD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EF31F-957A-B04D-9580-84209CC1456D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691C73-33B2-1611-2E1D-6AC6797A4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43250-B8FF-249F-1BD2-8C47FF7A6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B311-C7F5-4849-AB4E-7977E73C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906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7EDA09-4280-6ABB-5731-A63713E06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640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1C4301-C108-EED1-C4DE-2B707A8057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16350"/>
            <a:ext cx="10515600" cy="504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3223EF-3B7F-BEB5-F5FF-778B3EFBC4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5EF31F-957A-B04D-9580-84209CC1456D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F2664E-7466-E78C-3E0B-3DD43AFCA7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544FE-C022-FC2F-A429-0BA532EE39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C2B311-C7F5-4849-AB4E-7977E73CD62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55A33A-8724-6665-FEAE-C856A5B0A03E}"/>
              </a:ext>
            </a:extLst>
          </p:cNvPr>
          <p:cNvSpPr txBox="1"/>
          <p:nvPr userDrawn="1"/>
        </p:nvSpPr>
        <p:spPr>
          <a:xfrm>
            <a:off x="5237480" y="6444476"/>
            <a:ext cx="6116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b="0" i="0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For UP MSHI Use Only – Not for Public Circulation</a:t>
            </a:r>
          </a:p>
        </p:txBody>
      </p:sp>
    </p:spTree>
    <p:extLst>
      <p:ext uri="{BB962C8B-B14F-4D97-AF65-F5344CB8AC3E}">
        <p14:creationId xmlns:p14="http://schemas.microsoft.com/office/powerpoint/2010/main" val="1009770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2">
              <a:lumMod val="90000"/>
              <a:lumOff val="10000"/>
            </a:schemeClr>
          </a:solidFill>
          <a:latin typeface="Roboto Black" panose="02000000000000000000" pitchFamily="2" charset="0"/>
          <a:ea typeface="Roboto Black" panose="02000000000000000000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sz="2800" b="1" i="0" kern="1200">
          <a:solidFill>
            <a:schemeClr val="tx2">
              <a:lumMod val="90000"/>
              <a:lumOff val="10000"/>
            </a:schemeClr>
          </a:solidFill>
          <a:latin typeface="Roboto Medium" panose="02000000000000000000" pitchFamily="2" charset="0"/>
          <a:ea typeface="Roboto Medium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2">
              <a:lumMod val="50000"/>
              <a:lumOff val="50000"/>
            </a:schemeClr>
          </a:solidFill>
          <a:latin typeface="Roboto Medium" panose="02000000000000000000" pitchFamily="2" charset="0"/>
          <a:ea typeface="Roboto Medium" panose="02000000000000000000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2">
              <a:lumMod val="50000"/>
            </a:schemeClr>
          </a:solidFill>
          <a:latin typeface="Roboto Medium" panose="02000000000000000000" pitchFamily="2" charset="0"/>
          <a:ea typeface="Roboto Medium" panose="02000000000000000000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2">
              <a:lumMod val="50000"/>
            </a:schemeClr>
          </a:solidFill>
          <a:latin typeface="Roboto Medium" panose="02000000000000000000" pitchFamily="2" charset="0"/>
          <a:ea typeface="Roboto Medium" panose="02000000000000000000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2">
              <a:lumMod val="50000"/>
            </a:schemeClr>
          </a:solidFill>
          <a:latin typeface="Roboto Medium" panose="02000000000000000000" pitchFamily="2" charset="0"/>
          <a:ea typeface="Roboto Medium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B6216-42D3-CCBF-3393-DD2A756616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D444D2-BB6C-CCF1-FDAE-BFE5FA8D5C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285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Arial</vt:lpstr>
      <vt:lpstr>Calibri</vt:lpstr>
      <vt:lpstr>Roboto Black</vt:lpstr>
      <vt:lpstr>Roboto Light</vt:lpstr>
      <vt:lpstr>Roboto Medium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Roboto Black</vt:lpstr>
      <vt:lpstr>Roboto Medium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Mike Muin</cp:lastModifiedBy>
  <cp:revision>16</cp:revision>
  <dcterms:created xsi:type="dcterms:W3CDTF">2025-09-03T20:54:26Z</dcterms:created>
  <dcterms:modified xsi:type="dcterms:W3CDTF">2025-10-16T16:49:10Z</dcterms:modified>
</cp:coreProperties>
</file>